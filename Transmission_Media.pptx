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246120"/>
            <a:ext cx="1188720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377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MEDIA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42900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&amp; Unguided Media, Signal Impairments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Channel Capacity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5120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Attenuation • Distortion • Noise • S/N Ratio • Throughput • Propagation • Wavelength • Shannon Capacity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228832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Transmission Media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00584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11064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path along which a signal travels from transmitter to receiver.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below the physical layer and directly controlled/guided by it.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Bef>
                <a:spcPts val="600"/>
              </a:spcBef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broad categories: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media – wired, signal travels through a solid conductor.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Unguided media – wireless, signal travels through free space.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performance depend on characteristics of the medium and of the signal itself.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of medium affects bandwidth, cost, distance, and susceptibility to interference.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Communication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228832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TRANSMISSION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Media – Overview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00584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11064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“bound media” – they provide a physical conduit from one device to another.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is confined and directed within the physical limits of the medium.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Metallic conductors (twisted-pair, coaxial cable) transmit signals as electric current.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Fiber-optic cable transmits signals as pulses of light through glass or plastic.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offer higher reliability and security than wireless media over short-to-medium distances.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measured by bandwidth, attenuation, and immunity to interference.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Media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228832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TRANSMISSION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Media – Types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00584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11064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Bef>
                <a:spcPts val="600"/>
              </a:spcBef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Twisted-Pair Cable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insulated copper wires twisted together to reduce electrical interference and crosstalk.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telephone lines and LANs (UTP / STP).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Bef>
                <a:spcPts val="600"/>
              </a:spcBef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Coaxial Cable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copper conductor, insulating layer, metallic shield, and outer jacket.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bandwidth than twisted pair; used in cable TV and early Ethernet networks.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Bef>
                <a:spcPts val="600"/>
              </a:spcBef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Fiber-Optic Cable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or plastic core carrying light signals; very high bandwidth and very low attenuation.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to electromagnetic interference; used for backbone and long-haul networks.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Media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228832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TRANSMISSION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Unguided Media – Overview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00584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11064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“wireless media” – transport electromagnetic waves without a physical conductor.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are broadcast through air, free space, or water and are available to anyone able to receive them.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boundary directs the signal, so propagation depends on the frequency used.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Bef>
                <a:spcPts val="600"/>
              </a:spcBef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propagation modes: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propagation – low-frequency waves travel near the earth’s surface.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propagation – higher-frequency waves reflect off the ionosphere.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Line-of-sight propagation – very high-frequency waves travel in a straight line.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Unguided Media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228832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TRANSMISSION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Unguided Media – Types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00584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11064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Bef>
                <a:spcPts val="600"/>
              </a:spcBef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Waves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Omnidirectional and can penetrate walls; used for AM/FM radio and cordless phones.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Bef>
                <a:spcPts val="600"/>
              </a:spcBef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Microwaves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Unidirectional, require line-of-sight antennas; used for satellite and terrestrial links.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Bef>
                <a:spcPts val="600"/>
              </a:spcBef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Infrared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Short-range, line-of-sight only, cannot pass through walls; used in remote controls.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Unguided Media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228832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IMPAIRMENT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Attenuation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00584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11064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signal strength (energy) as it travels through a transmission medium.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by the resistance of the medium; increases with distance travelled.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Bef>
                <a:spcPts val="600"/>
              </a:spcBef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decibels (dB):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= 10 × log₁₀ (P₂ / P₁), where P₁ and P₂ are signal power at two points.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dB value indicates loss (attenuation); a positive value indicates gain (amplification).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Compensated using amplifiers in analog systems and repeaters in digital systems.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Impairments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228832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IMPAIRMENT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Distortion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00584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11064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in the shape or form of a signal as it travels through the medium.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Mainly affects composite signals made up of several different frequencies.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frequency component travels at a slightly different propagation speed through the medium.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arrive at the receiver at different times, altering the overall shape of the signal.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delay-based effect (delay distortion) is common in wired transmission media.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Impairments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228832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IMPAIRMENT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00584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11064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Unwanted electrical or electromagnetic energy that degrades the quality of a signal.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Bef>
                <a:spcPts val="600"/>
              </a:spcBef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noise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motion of electrons in a conductor; present in all electronic devices.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Bef>
                <a:spcPts val="600"/>
              </a:spcBef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Induced noise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from sources such as motors and appliances that act like a sending antenna.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Bef>
                <a:spcPts val="600"/>
              </a:spcBef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Crosstalk noise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 of one wire on another due to electromagnetic coupling.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Bef>
                <a:spcPts val="600"/>
              </a:spcBef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Impulse noise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spikes from power lines, lightning, or switching equipment.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Impairments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228832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QUALITY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Signal-to-Noise Ratio (S/N)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00584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11064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 of signal quality – the ratio of signal power to noise power at a point.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Bef>
                <a:spcPts val="600"/>
              </a:spcBef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= Average signal power / Average noise power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Bef>
                <a:spcPts val="600"/>
              </a:spcBef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expressed in decibels: SNR(dB) = 10 × log₁₀ (SNR)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SNR means the signal is strong relative to noise – a clean, reliable channel.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 SNR means noise is comparable to (or stronger than) the signal, causing errors.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is a key input to the Shannon capacity formula, which sets the maximum achievable data rate.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228832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00584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11064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 of how fast data can actually pass through a link or network.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as the number of bits that can pass a given point in one second.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Bef>
                <a:spcPts val="600"/>
              </a:spcBef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vs. Bandwidth: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is a potential measurement – the theoretical capacity of the medium.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is an actual measurement – what is really achieved in practice.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throughput is always less than or equal to bandwidth.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by network congestion, device processing limits, and medium quality.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228832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TRAVEL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Propagation Speed and Time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00584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11064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Bef>
                <a:spcPts val="600"/>
              </a:spcBef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speed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 at which a signal travels through a medium; depends on the medium and frequency.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 the speed of light in air; slower in copper and fiber-optic cable.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Bef>
                <a:spcPts val="600"/>
              </a:spcBef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time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required for a signal to travel from sender to receiver.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time = Distance / Propagation speed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distances or slower media increase propagation time and, in turn, overall delay.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Travel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228832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TRAVEL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Wavelength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00584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11064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distance a simple signal travels in one period (one complete cycle).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propagation speed to the frequency of a signal in a given medium.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Bef>
                <a:spcPts val="600"/>
              </a:spcBef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Wavelength = Propagation speed / Frequency  (λ = v / f)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measured in micrometers for light travelling through fiber optics.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meters for radio waves travelling through air or vacuum.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frequency corresponds to shorter wavelength, and vice versa.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Travel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228832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CAPACITY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Shannon Capacity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00584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11064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theoretical maximum data rate achievable on a noisy channel.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Bef>
                <a:spcPts val="600"/>
              </a:spcBef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B × log₂ (1 + SNR)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channel capacity (bits per second)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bandwidth of the channel (Hz)</a:t>
            </a:r>
            <a:endParaRPr lang="en-US" sz="1600" dirty="0"/>
          </a:p>
          <a:p>
            <a:pPr lvl="1" marL="457200" indent="-2286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= signal-to-noise ratio (as a plain ratio, not dB)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Formulated by Claude Shannon in 1948; sets an upper bound regardless of the signal levels used.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bandwidth or improving SNR both raise the maximum achievable capacity.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Capacity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2026-09-18T06:13:43Z</dcterms:created>
  <dcterms:modified xsi:type="dcterms:W3CDTF">2026-09-18T06:13:43Z</dcterms:modified>
</cp:coreProperties>
</file>